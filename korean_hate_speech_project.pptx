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한국어 욕설 탐지 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Char TF-IDF + LinearSVC + Hard-case 라운드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목표: 한국어 문장을 욕설/비욕설로 분류</a:t>
            </a:r>
          </a:p>
          <a:p>
            <a:pPr lvl="1"/>
            <a:r>
              <a:t>threshold로 검열 강도 조절 가능</a:t>
            </a:r>
          </a:p>
          <a:p>
            <a:pPr lvl="1"/>
            <a:r>
              <a:t>logs 기반 hard case를 다음 라운드에 재주입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데이터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./dataset/hate_speech_data.csv</a:t>
            </a:r>
          </a:p>
          <a:p>
            <a:pPr lvl="1"/>
            <a:r>
              <a:t>./dataset/hate_speech_binary_dataset2.csv</a:t>
            </a:r>
          </a:p>
          <a:p>
            <a:pPr lvl="1"/>
            <a:r>
              <a:t>결측 제거, 500자 초과 제거, 컬럼 통일(문장/혐오 여부)</a:t>
            </a:r>
          </a:p>
          <a:p>
            <a:pPr lvl="1"/>
            <a:r>
              <a:t>대용량 TSV는 후속에 포함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모델링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(char, ngram 1~3, max_features=500k)</a:t>
            </a:r>
          </a:p>
          <a:p>
            <a:pPr lvl="1"/>
            <a:r>
              <a:t>LinearSVC(class_weight={0:1.0, 1:1.2})</a:t>
            </a:r>
          </a:p>
          <a:p>
            <a:pPr lvl="1"/>
            <a:r>
              <a:t>char 단위 → 철자 변형 욕설 대응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Hard-case 라운드 학습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라운드마다 train/valid를 seed 여러 개로 나눠 best split 선택</a:t>
            </a:r>
          </a:p>
          <a:p>
            <a:pPr lvl="1"/>
            <a:r>
              <a:t>valid에서 틀린 샘플만 ./logs/ 에 CSV로 저장</a:t>
            </a:r>
          </a:p>
          <a:p>
            <a:pPr lvl="1"/>
            <a:r>
              <a:t>그중 1→0으로 간 것만 다시 학습에 넣어 재훈련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추론 &amp; 임계값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predict.py에서 모델/벡터 로드 후 decision_function 사용</a:t>
            </a:r>
          </a:p>
          <a:p>
            <a:pPr lvl="1"/>
            <a:r>
              <a:t>score &lt; threshold → 욕설 / score ≥ threshold → 비욕설</a:t>
            </a:r>
          </a:p>
          <a:p>
            <a:pPr lvl="1"/>
            <a:r>
              <a:t>threshold로 운영 민감도 조절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산출물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./models/ : 최종 vec, LinearSVC</a:t>
            </a:r>
          </a:p>
          <a:p>
            <a:pPr lvl="1"/>
            <a:r>
              <a:t>./logs/ : 라운드별 hard case CSV</a:t>
            </a:r>
          </a:p>
          <a:p>
            <a:pPr lvl="1"/>
            <a:r>
              <a:t>train.py / predict.py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향후 확장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TSV 대용량 로그 붙이기</a:t>
            </a:r>
          </a:p>
          <a:p>
            <a:pPr lvl="1"/>
            <a:r>
              <a:t>hard_false_* 수동 라벨링 후 재학습</a:t>
            </a:r>
          </a:p>
          <a:p>
            <a:pPr lvl="1"/>
            <a:r>
              <a:t>문서 설계대로 멀티라벨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